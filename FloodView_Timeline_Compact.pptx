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37744"/>
            <a:ext cx="5504688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D6DE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3657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852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 and what comes next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75488" y="1408176"/>
            <a:ext cx="4992624" cy="0"/>
          </a:xfrm>
          <a:prstGeom prst="line">
            <a:avLst/>
          </a:prstGeom>
          <a:noFill/>
          <a:ln w="15875">
            <a:solidFill>
              <a:srgbClr val="9AA7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408176"/>
            <a:ext cx="1883664" cy="0"/>
          </a:xfrm>
          <a:prstGeom prst="line">
            <a:avLst/>
          </a:prstGeom>
          <a:noFill/>
          <a:ln w="31750">
            <a:solidFill>
              <a:srgbClr val="1438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4914" y="1332738"/>
            <a:ext cx="150876" cy="150876"/>
          </a:xfrm>
          <a:prstGeom prst="ellipse">
            <a:avLst/>
          </a:prstGeom>
          <a:solidFill>
            <a:srgbClr val="1438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" y="950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11247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Aug 2026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1591056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SWE solver + blockage gates</a:t>
            </a:r>
            <a:endParaRPr lang="en-US" sz="800" dirty="0"/>
          </a:p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Delft3D FM cross-check</a:t>
            </a:r>
            <a:endParaRPr lang="en-US" sz="800" dirty="0"/>
          </a:p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exports, SPH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84832" y="1536192"/>
            <a:ext cx="1700784" cy="713232"/>
          </a:xfrm>
          <a:prstGeom prst="roundRect">
            <a:avLst>
              <a:gd name="adj" fmla="val 3846"/>
            </a:avLst>
          </a:prstGeom>
          <a:solidFill>
            <a:srgbClr val="EAF1F6"/>
          </a:solidFill>
          <a:ln w="6350">
            <a:solidFill>
              <a:srgbClr val="EAF1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6272" y="1316736"/>
            <a:ext cx="182880" cy="182880"/>
          </a:xfrm>
          <a:prstGeom prst="ellipse">
            <a:avLst/>
          </a:prstGeom>
          <a:solidFill>
            <a:srgbClr val="0E6E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84832" y="950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084832" y="11247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176272" y="1591056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Tehri + Khadakwasla runs</a:t>
            </a:r>
            <a:endParaRPr lang="en-US" sz="800" dirty="0"/>
          </a:p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validation loop</a:t>
            </a:r>
            <a:endParaRPr lang="en-US" sz="800" dirty="0"/>
          </a:p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prototype review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29634" y="1332738"/>
            <a:ext cx="150876" cy="1508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7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22192" y="950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11247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→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1591056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CWC NRLD dams</a:t>
            </a:r>
            <a:endParaRPr lang="en-US" sz="800" dirty="0"/>
          </a:p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EAP-format map packs</a:t>
            </a:r>
            <a:endParaRPr lang="en-US" sz="800" dirty="0"/>
          </a:p>
          <a:p>
            <a:pPr algn="l" marL="127000" indent="-127000">
              <a:lnSpc>
                <a:spcPct val="92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 field pilot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22677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Solver, cross-check and dashboard are complete and running today.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443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Compact block — about 5.7" × 2.6". Same width as the capability matrix, so the two stack in a corner.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FloodView roadmap — compact timeline</dc:title>
  <dc:subject>PptxGenJS Presentation</dc:subject>
  <dc:creator>PptxGenJS</dc:creator>
  <cp:lastModifiedBy>PptxGenJS</cp:lastModifiedBy>
  <cp:revision>1</cp:revision>
  <dcterms:created xsi:type="dcterms:W3CDTF">2026-09-04T10:13:20Z</dcterms:created>
  <dcterms:modified xsi:type="dcterms:W3CDTF">2026-09-04T10:13:20Z</dcterms:modified>
</cp:coreProperties>
</file>