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37744"/>
            <a:ext cx="5458968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5875">
            <a:solidFill>
              <a:srgbClr val="D6DE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36576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8521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coverage vs. tools in use today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5192" y="841248"/>
            <a:ext cx="585216" cy="2395728"/>
          </a:xfrm>
          <a:prstGeom prst="rect">
            <a:avLst/>
          </a:prstGeom>
          <a:solidFill>
            <a:srgbClr val="EAF1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DSPH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877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115568"/>
            <a:ext cx="5166360" cy="0"/>
          </a:xfrm>
          <a:prstGeom prst="line">
            <a:avLst/>
          </a:prstGeom>
          <a:noFill/>
          <a:ln w="12700">
            <a:solidFill>
              <a:srgbClr val="9AA7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161288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breach physics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57450" y="1225296"/>
            <a:ext cx="114300" cy="114300"/>
          </a:xfrm>
          <a:prstGeom prst="ellipse">
            <a:avLst/>
          </a:prstGeom>
          <a:solidFill>
            <a:srgbClr val="86B6EF"/>
          </a:solidFill>
          <a:ln w="9525">
            <a:solidFill>
              <a:srgbClr val="5E93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06090" y="122529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36442" y="1207008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03370" y="122529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2010" y="122529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82362" y="1207008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412748"/>
            <a:ext cx="5166360" cy="0"/>
          </a:xfrm>
          <a:prstGeom prst="line">
            <a:avLst/>
          </a:prstGeom>
          <a:noFill/>
          <a:ln w="635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1421892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km range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39162" y="1467612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87802" y="1467612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54730" y="148590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85082" y="1467612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3722" y="1467612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2362" y="1467612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1673352"/>
            <a:ext cx="5166360" cy="0"/>
          </a:xfrm>
          <a:prstGeom prst="line">
            <a:avLst/>
          </a:prstGeom>
          <a:noFill/>
          <a:ln w="635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" y="1682496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setup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57450" y="174650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06090" y="174650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54730" y="174650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03370" y="174650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2010" y="174650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82362" y="1728216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1933956"/>
            <a:ext cx="5166360" cy="0"/>
          </a:xfrm>
          <a:prstGeom prst="line">
            <a:avLst/>
          </a:prstGeom>
          <a:noFill/>
          <a:ln w="6350">
            <a:solidFill>
              <a:srgbClr val="E1E0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5760" y="1943100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ensemble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457450" y="2007108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06090" y="2007108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54730" y="2007108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03370" y="2007108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52010" y="2007108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82362" y="1988820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2194560"/>
            <a:ext cx="5166360" cy="0"/>
          </a:xfrm>
          <a:prstGeom prst="line">
            <a:avLst/>
          </a:prstGeom>
          <a:noFill/>
          <a:ln w="6350">
            <a:solidFill>
              <a:srgbClr val="E1E0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65760" y="2203704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Landslide-dam blockage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57450" y="2267712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06090" y="2267712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54730" y="2267712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03370" y="2267712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52010" y="2267712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82362" y="2249424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2455164"/>
            <a:ext cx="5166360" cy="0"/>
          </a:xfrm>
          <a:prstGeom prst="line">
            <a:avLst/>
          </a:prstGeom>
          <a:noFill/>
          <a:ln w="6350">
            <a:solidFill>
              <a:srgbClr val="E1E0D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65760" y="2464308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 revision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457450" y="252831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06090" y="252831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54730" y="252831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03370" y="252831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52010" y="2528316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82362" y="2510028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2715768"/>
            <a:ext cx="5166360" cy="0"/>
          </a:xfrm>
          <a:prstGeom prst="line">
            <a:avLst/>
          </a:prstGeom>
          <a:noFill/>
          <a:ln w="6350">
            <a:solidFill>
              <a:srgbClr val="E1E0D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65760" y="2724912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cross-check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57450" y="278892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06090" y="278892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54730" y="278892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03370" y="278892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52010" y="2788920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82362" y="2770632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2976372"/>
            <a:ext cx="5166360" cy="0"/>
          </a:xfrm>
          <a:prstGeom prst="line">
            <a:avLst/>
          </a:prstGeom>
          <a:noFill/>
          <a:ln w="6350">
            <a:solidFill>
              <a:srgbClr val="E1E0D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65760" y="2985516"/>
            <a:ext cx="1801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457450" y="304952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06090" y="304952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54730" y="304952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03370" y="304952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52010" y="3049524"/>
            <a:ext cx="114300" cy="1143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182362" y="3031236"/>
            <a:ext cx="150876" cy="15087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5760" y="3396996"/>
            <a:ext cx="105156" cy="105156"/>
          </a:xfrm>
          <a:prstGeom prst="ellipse">
            <a:avLst/>
          </a:prstGeom>
          <a:solidFill>
            <a:srgbClr val="1438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21208" y="33649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078992" y="3396996"/>
            <a:ext cx="105156" cy="105156"/>
          </a:xfrm>
          <a:prstGeom prst="ellipse">
            <a:avLst/>
          </a:prstGeom>
          <a:solidFill>
            <a:srgbClr val="86B6EF"/>
          </a:solidFill>
          <a:ln w="12700">
            <a:solidFill>
              <a:srgbClr val="5E93CC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234440" y="33649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792224" y="3396996"/>
            <a:ext cx="105156" cy="1051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2B7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947672" y="33649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2578608" y="3364992"/>
            <a:ext cx="2953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 </a:t>
            </a:r>
            <a:pPr algn="r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in no other tool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219456" y="3822192"/>
            <a:ext cx="5458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 Delft3D FM · RAS HEC-RAS 2D · DSPH DualSPHysics · GC GeoClaw · ANG ANUGA</a:t>
            </a:r>
            <a:endParaRPr lang="en-US" sz="700" dirty="0"/>
          </a:p>
        </p:txBody>
      </p:sp>
      <p:sp>
        <p:nvSpPr>
          <p:cNvPr id="84" name="Text 82"/>
          <p:cNvSpPr txBox="1"/>
          <p:nvPr/>
        </p:nvSpPr>
        <p:spPr>
          <a:xfrm>
            <a:off x="365760" y="42153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Compact block — about 5.7" × 3.5". Drag as a group into any slide corner.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Different — compact matrix</dc:title>
  <dc:subject>PptxGenJS Presentation</dc:subject>
  <dc:creator>PptxGenJS</dc:creator>
  <cp:lastModifiedBy>PptxGenJS</cp:lastModifiedBy>
  <cp:revision>1</cp:revision>
  <dcterms:created xsi:type="dcterms:W3CDTF">2026-09-04T09:13:12Z</dcterms:created>
  <dcterms:modified xsi:type="dcterms:W3CDTF">2026-09-04T09:13:12Z</dcterms:modified>
</cp:coreProperties>
</file>