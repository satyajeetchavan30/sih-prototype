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11480"/>
            <a:ext cx="3611880" cy="5440680"/>
          </a:xfrm>
          <a:prstGeom prst="roundRect">
            <a:avLst>
              <a:gd name="adj" fmla="val 1266"/>
            </a:avLst>
          </a:prstGeom>
          <a:solidFill>
            <a:srgbClr val="EAF1F6"/>
          </a:solidFill>
          <a:ln w="12700">
            <a:solidFill>
              <a:srgbClr val="C9D8E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65836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spc="50" kern="0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12161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Dam-break and landslide flood risk, today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303580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to act on.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need 2–6 hours per run — useless while water is moving.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expert setup.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DEM prep, meshing and GIS work before a single result.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no confidence.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peak-flow figure with no uncertainty range behind it.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dams go unseen.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Blockages form in remote valleys with no sensors and no one to report them.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goes stale.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landslide the stored DEM is wrong, so every result is confidently wrong.</a:t>
            </a:r>
            <a:endParaRPr lang="en-US" sz="1200" dirty="0"/>
          </a:p>
          <a:p>
            <a:pPr algn="l" marL="177800" indent="-177800">
              <a:lnSpc>
                <a:spcPct val="9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needed most. </a:t>
            </a:r>
            <a:pPr algn="l" indent="0" marL="0">
              <a:lnSpc>
                <a:spcPct val="92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tools die exactly when networks go down.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24528" y="411480"/>
            <a:ext cx="3913632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28575">
            <a:solidFill>
              <a:srgbClr val="1B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24528" y="5029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443984" y="822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automated pipeline, from coordinates to flood map: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133856"/>
            <a:ext cx="340156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four inputs — lat/lon, dam height, storage, breach mode.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its own data: Copernicus DEM, Sentinel-1 SAR, GHSL, WorldCover.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3D SPH near the breach, 2D shallow-water downstream.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ensemble returns a p05–p95 band, not one number.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landslide dams from satellite and updates terrain live.</a:t>
            </a:r>
            <a:endParaRPr lang="en-US" sz="1150" dirty="0"/>
          </a:p>
          <a:p>
            <a:pPr algn="l" marL="177800" indent="-177800">
              <a:lnSpc>
                <a:spcPct val="9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GeoTIFF, SHP and KML to a browser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366760" y="411480"/>
            <a:ext cx="3438144" cy="3035808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28575">
            <a:solidFill>
              <a:srgbClr val="1B2A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50292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Different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822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how screening is done today: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7072" y="1115568"/>
          <a:ext cx="301752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5361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8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per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Minutes, 4 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of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automated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peak-flow 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p05–p95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 break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landslide 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terrain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 revision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independent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vs Delft3D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224528" y="3639312"/>
            <a:ext cx="7580376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28575">
            <a:solidFill>
              <a:srgbClr val="1B2A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24528" y="3730752"/>
            <a:ext cx="7580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Value Proposition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4114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matter.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100-member ensemble in 10–60 minutes, not hours.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6634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uncertainty.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 likely and worst case instead of false precision.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5212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hazards nobody is watching.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landslide dams forming in remote valleys.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74736" y="4114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everything else fails.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from cache on any laptop, no GPU.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174736" y="466344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adoptable.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MIT-licensed, open data, exports into existing GIS workflows.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174736" y="52120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Checked, not claimed. </a:t>
            </a:r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2E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a real Delft3D kernel and exact solutions.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FloodView Problem Solution Why Different</dc:title>
  <dc:subject>PptxGenJS Presentation</dc:subject>
  <dc:creator>PptxGenJS</dc:creator>
  <cp:lastModifiedBy>PptxGenJS</cp:lastModifiedBy>
  <cp:revision>1</cp:revision>
  <dcterms:created xsi:type="dcterms:W3CDTF">2026-09-04T08:54:48Z</dcterms:created>
  <dcterms:modified xsi:type="dcterms:W3CDTF">2026-09-04T08:54:48Z</dcterms:modified>
</cp:coreProperties>
</file>