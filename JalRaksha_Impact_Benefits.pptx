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 and Benefits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FloodView — Dam Break &amp; Landslide Flood Simulation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11396" y="2148840"/>
            <a:ext cx="3566160" cy="3566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EBDC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198364" y="3035808"/>
            <a:ext cx="1792224" cy="1792224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B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3099816"/>
            <a:ext cx="0" cy="1664208"/>
          </a:xfrm>
          <a:prstGeom prst="line">
            <a:avLst/>
          </a:prstGeom>
          <a:noFill/>
          <a:ln w="31750">
            <a:solidFill>
              <a:srgbClr val="1B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6200000">
            <a:off x="5052060" y="37033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 rot="5400000">
            <a:off x="5911596" y="37033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92624" y="2177415"/>
            <a:ext cx="420624" cy="420624"/>
          </a:xfrm>
          <a:prstGeom prst="ellipse">
            <a:avLst/>
          </a:prstGeom>
          <a:solidFill>
            <a:srgbClr val="0E6E6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992624" y="217741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1884807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Time Becomes Survival Time</a:t>
            </a:r>
            <a:endParaRPr lang="en-US" sz="16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six-hour modelling delay into minutes — the difference between a village evacuated and one warned too late.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8617" y="3111759"/>
            <a:ext cx="420624" cy="420624"/>
          </a:xfrm>
          <a:prstGeom prst="ellipse">
            <a:avLst/>
          </a:prstGeom>
          <a:solidFill>
            <a:srgbClr val="0E6E6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8617" y="311175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2819151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Sees Disasters Nobody Is Watching</a:t>
            </a:r>
            <a:endParaRPr lang="en-US" sz="16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landslide dams forming in remote valleys with no sensors, no staff, and no one to report them.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8617" y="4331457"/>
            <a:ext cx="420624" cy="420624"/>
          </a:xfrm>
          <a:prstGeom prst="ellipse">
            <a:avLst/>
          </a:prstGeom>
          <a:solidFill>
            <a:srgbClr val="0E6E6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08617" y="433145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4038849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the Failures Others Miss</a:t>
            </a:r>
            <a:endParaRPr lang="en-US" sz="16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cascading collapse — a blockage bursting upstream overtopping a reservoir declared safe on its own.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2624" y="5265801"/>
            <a:ext cx="420624" cy="420624"/>
          </a:xfrm>
          <a:prstGeom prst="ellipse">
            <a:avLst/>
          </a:prstGeom>
          <a:solidFill>
            <a:srgbClr val="0E6E6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992624" y="52658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4973193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Ends Guesswork in Dam Safety</a:t>
            </a:r>
            <a:endParaRPr lang="en-US" sz="16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one-off consultant studies with a repeatable screening any authority can run on any dam.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75704" y="2177415"/>
            <a:ext cx="420624" cy="420624"/>
          </a:xfrm>
          <a:prstGeom prst="ellipse">
            <a:avLst/>
          </a:prstGeom>
          <a:solidFill>
            <a:srgbClr val="1438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75704" y="217741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10144" y="1884807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60× Faster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100-member uncertainty ensemble in 10–60 minutes, where traditional tools need hours for a single run.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59711" y="3111759"/>
            <a:ext cx="420624" cy="420624"/>
          </a:xfrm>
          <a:prstGeom prst="ellipse">
            <a:avLst/>
          </a:prstGeom>
          <a:solidFill>
            <a:srgbClr val="1438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59711" y="311175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2819151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Setup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Terrain, grid and boundaries built automatically from open global data — days of GIS work become one command.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59711" y="4331457"/>
            <a:ext cx="420624" cy="420624"/>
          </a:xfrm>
          <a:prstGeom prst="ellipse">
            <a:avLst/>
          </a:prstGeom>
          <a:solidFill>
            <a:srgbClr val="1438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559711" y="433145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10144" y="4038849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Uncertainty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best, likely and worst case instead of one confident number that hides the real danger.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75704" y="5265801"/>
            <a:ext cx="420624" cy="420624"/>
          </a:xfrm>
          <a:prstGeom prst="ellipse">
            <a:avLst/>
          </a:prstGeom>
          <a:solidFill>
            <a:srgbClr val="1438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75704" y="526580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4973193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Free, Open and Offline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runs on any laptop with no GPU, and keeps working when the network goes down.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FloodView Impacts and Benefits</dc:title>
  <dc:subject>PptxGenJS Presentation</dc:subject>
  <dc:creator>PptxGenJS</dc:creator>
  <cp:lastModifiedBy>PptxGenJS</cp:lastModifiedBy>
  <cp:revision>1</cp:revision>
  <dcterms:created xsi:type="dcterms:W3CDTF">2026-09-03T21:46:35Z</dcterms:created>
  <dcterms:modified xsi:type="dcterms:W3CDTF">2026-09-03T21:46:35Z</dcterms:modified>
</cp:coreProperties>
</file>