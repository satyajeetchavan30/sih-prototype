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Impacts and Benefits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9494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JalRaksha — Dam Break &amp; Landslide Flood Simulation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311396" y="2148840"/>
            <a:ext cx="3566160" cy="3566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EBDC9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5198364" y="3035808"/>
            <a:ext cx="1792224" cy="1792224"/>
          </a:xfrm>
          <a:prstGeom prst="ellipse">
            <a:avLst/>
          </a:prstGeom>
          <a:solidFill>
            <a:srgbClr val="FFFFFF"/>
          </a:solidFill>
          <a:ln w="88900">
            <a:solidFill>
              <a:srgbClr val="1B2A3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94476" y="3099816"/>
            <a:ext cx="0" cy="1664208"/>
          </a:xfrm>
          <a:prstGeom prst="line">
            <a:avLst/>
          </a:prstGeom>
          <a:noFill/>
          <a:ln w="31750">
            <a:solidFill>
              <a:srgbClr val="1B2A3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 rot="16200000">
            <a:off x="5052060" y="370332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0E6E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 rot="5400000">
            <a:off x="5911596" y="370332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1438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BENEFITS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992624" y="2177415"/>
            <a:ext cx="420624" cy="420624"/>
          </a:xfrm>
          <a:prstGeom prst="ellipse">
            <a:avLst/>
          </a:prstGeom>
          <a:solidFill>
            <a:srgbClr val="0E6E6E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992624" y="2177415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84048" y="1884807"/>
            <a:ext cx="3794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0E6E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Warning Time Becomes Survival Time</a:t>
            </a:r>
            <a:endParaRPr lang="en-US" sz="16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a six-hour modelling delay into minutes — the difference between a village evacuated and one warned too late.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08617" y="3111759"/>
            <a:ext cx="420624" cy="420624"/>
          </a:xfrm>
          <a:prstGeom prst="ellipse">
            <a:avLst/>
          </a:prstGeom>
          <a:solidFill>
            <a:srgbClr val="0E6E6E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208617" y="3111759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84048" y="2819151"/>
            <a:ext cx="3794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0E6E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Sees Disasters Nobody Is Watching</a:t>
            </a:r>
            <a:endParaRPr lang="en-US" sz="16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landslide dams forming in remote valleys with no sensors, no staff, and no one to report them.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208617" y="4331457"/>
            <a:ext cx="420624" cy="420624"/>
          </a:xfrm>
          <a:prstGeom prst="ellipse">
            <a:avLst/>
          </a:prstGeom>
          <a:solidFill>
            <a:srgbClr val="0E6E6E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208617" y="4331457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84048" y="4038849"/>
            <a:ext cx="3794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0E6E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Catches the Failures Others Miss</a:t>
            </a:r>
            <a:endParaRPr lang="en-US" sz="16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cascading collapse — a blockage bursting upstream overtopping a reservoir declared safe on its own.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992624" y="5265801"/>
            <a:ext cx="420624" cy="420624"/>
          </a:xfrm>
          <a:prstGeom prst="ellipse">
            <a:avLst/>
          </a:prstGeom>
          <a:solidFill>
            <a:srgbClr val="0E6E6E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4992624" y="52658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384048" y="4973193"/>
            <a:ext cx="3794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0E6E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Ends Guesswork in Dam Safety</a:t>
            </a:r>
            <a:endParaRPr lang="en-US" sz="16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Replaces one-off consultant studies with a repeatable screening any authority can run on any dam.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775704" y="2177415"/>
            <a:ext cx="420624" cy="420624"/>
          </a:xfrm>
          <a:prstGeom prst="ellipse">
            <a:avLst/>
          </a:prstGeom>
          <a:solidFill>
            <a:srgbClr val="14385C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775704" y="2177415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010144" y="1884807"/>
            <a:ext cx="3794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438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60× Faster</a:t>
            </a:r>
            <a:endParaRPr lang="en-US" sz="16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 100-member uncertainty ensemble in 10–60 minutes, where traditional tools need hours for a single run.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559711" y="3111759"/>
            <a:ext cx="420624" cy="420624"/>
          </a:xfrm>
          <a:prstGeom prst="ellipse">
            <a:avLst/>
          </a:prstGeom>
          <a:solidFill>
            <a:srgbClr val="14385C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7559711" y="3111759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010144" y="2819151"/>
            <a:ext cx="3794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438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 Setup</a:t>
            </a:r>
            <a:endParaRPr lang="en-US" sz="16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Terrain, grid and boundaries built automatically from open global data — days of GIS work become one command.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559711" y="4331457"/>
            <a:ext cx="420624" cy="420624"/>
          </a:xfrm>
          <a:prstGeom prst="ellipse">
            <a:avLst/>
          </a:prstGeom>
          <a:solidFill>
            <a:srgbClr val="14385C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559711" y="4331457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010144" y="4038849"/>
            <a:ext cx="3794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438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Uncertainty</a:t>
            </a:r>
            <a:endParaRPr lang="en-US" sz="16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best, likely and worst case instead of one confident number that hides the real danger.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6775704" y="5265801"/>
            <a:ext cx="420624" cy="420624"/>
          </a:xfrm>
          <a:prstGeom prst="ellipse">
            <a:avLst/>
          </a:prstGeom>
          <a:solidFill>
            <a:srgbClr val="14385C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6775704" y="52658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010144" y="4973193"/>
            <a:ext cx="3794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438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Free, Open and Offline</a:t>
            </a:r>
            <a:endParaRPr lang="en-US" sz="16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MIT-licensed, runs on any laptop with no GPU, and keeps working when the network goes down.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JalRaksha Impacts and Benefits</dc:title>
  <dc:subject>PptxGenJS Presentation</dc:subject>
  <dc:creator>PptxGenJS</dc:creator>
  <cp:lastModifiedBy>PptxGenJS</cp:lastModifiedBy>
  <cp:revision>1</cp:revision>
  <dcterms:created xsi:type="dcterms:W3CDTF">2026-09-03T21:46:35Z</dcterms:created>
  <dcterms:modified xsi:type="dcterms:W3CDTF">2026-09-03T21:46:35Z</dcterms:modified>
</cp:coreProperties>
</file>