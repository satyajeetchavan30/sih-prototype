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coverage against the tools used for dam-break screening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421624" y="1115568"/>
            <a:ext cx="1078992" cy="4544568"/>
          </a:xfrm>
          <a:prstGeom prst="roundRect">
            <a:avLst>
              <a:gd name="adj" fmla="val 2542"/>
            </a:avLst>
          </a:prstGeom>
          <a:solidFill>
            <a:srgbClr val="EAF1F6"/>
          </a:solidFill>
          <a:ln w="12700">
            <a:solidFill>
              <a:srgbClr val="C9D8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2900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Delft3D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HEC-RAS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DualSP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Hysics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GeoClaw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ANUGA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JalRaksha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609344"/>
            <a:ext cx="8961120" cy="0"/>
          </a:xfrm>
          <a:prstGeom prst="line">
            <a:avLst/>
          </a:prstGeom>
          <a:noFill/>
          <a:ln w="15875">
            <a:solidFill>
              <a:srgbClr val="9AA7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664208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breach physics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5052" y="1757934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089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9300" y="173050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257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8412" y="175793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46820" y="173050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043684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061972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km far-field range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1762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346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6732" y="215569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514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098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46820" y="212826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441448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459736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+ mesh setup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505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089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673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257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8412" y="255346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46820" y="2526030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839212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2857500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ensemble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505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089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673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6257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8412" y="2951226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46820" y="2923794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3236976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3255264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Landslide-dam blockage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505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5089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673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257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8412" y="334899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46820" y="3321558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3634740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2920" y="3653028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terrain (DEM) revision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4505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5089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5673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6257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8412" y="3746754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46820" y="3719322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032504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4050792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cross-check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84505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5089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673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6257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8412" y="4144518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46820" y="4117086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" y="4430268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02920" y="4448556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+ REST API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84505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5089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5673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6257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68412" y="4542282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46820" y="4514850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" y="4828032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02920" y="4846320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operation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84505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5089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673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6257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8412" y="4940046"/>
            <a:ext cx="173736" cy="17373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46820" y="4912614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" y="5225796"/>
            <a:ext cx="896112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02920" y="5244084"/>
            <a:ext cx="2788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84505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5089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5673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6257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68412" y="5337810"/>
            <a:ext cx="173736" cy="173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46820" y="5310378"/>
            <a:ext cx="228600" cy="228600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2920" y="5907024"/>
            <a:ext cx="192024" cy="192024"/>
          </a:xfrm>
          <a:prstGeom prst="ellipse">
            <a:avLst/>
          </a:prstGeom>
          <a:solidFill>
            <a:srgbClr val="1438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5895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capability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194560" y="5907024"/>
            <a:ext cx="169164" cy="169164"/>
          </a:xfrm>
          <a:prstGeom prst="ellipse">
            <a:avLst/>
          </a:prstGeom>
          <a:solidFill>
            <a:srgbClr val="86B6EF"/>
          </a:solidFill>
          <a:ln w="15875">
            <a:solidFill>
              <a:srgbClr val="5E93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45059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or manual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886200" y="5907024"/>
            <a:ext cx="169164" cy="1691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3C2B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142232" y="5861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875520" y="1645920"/>
            <a:ext cx="1810512" cy="2331720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25400">
            <a:solidFill>
              <a:srgbClr val="1B2A3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058400" y="17922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</a:t>
            </a:r>
            <a:endParaRPr lang="en-US" sz="3400" dirty="0"/>
          </a:p>
        </p:txBody>
      </p:sp>
      <p:sp>
        <p:nvSpPr>
          <p:cNvPr id="99" name="Text 97"/>
          <p:cNvSpPr txBox="1"/>
          <p:nvPr/>
        </p:nvSpPr>
        <p:spPr>
          <a:xfrm>
            <a:off x="10058400" y="2395728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on this list exist in no other screening tool — automated setup, uncertainty ensembles, landslide-dam blockage, live terrain revision, satellite cross-check and impact assessment.</a:t>
            </a:r>
            <a:endParaRPr lang="en-US" sz="1050" dirty="0"/>
          </a:p>
        </p:txBody>
      </p:sp>
      <p:sp>
        <p:nvSpPr>
          <p:cNvPr id="100" name="Text 98"/>
          <p:cNvSpPr txBox="1"/>
          <p:nvPr/>
        </p:nvSpPr>
        <p:spPr>
          <a:xfrm>
            <a:off x="502920" y="627278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assessed on published capability of each tool; partial = achievable only with manual work or external tooling.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Different — Capability Matrix</dc:title>
  <dc:subject>PptxGenJS Presentation</dc:subject>
  <dc:creator>PptxGenJS</dc:creator>
  <cp:lastModifiedBy>PptxGenJS</cp:lastModifiedBy>
  <cp:revision>1</cp:revision>
  <dcterms:created xsi:type="dcterms:W3CDTF">2026-09-04T08:58:55Z</dcterms:created>
  <dcterms:modified xsi:type="dcterms:W3CDTF">2026-09-04T08:58:55Z</dcterms:modified>
</cp:coreProperties>
</file>