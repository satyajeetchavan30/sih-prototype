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practice</c:v>
                </c:pt>
              </c:strCache>
            </c:strRef>
          </c:tx>
          <c:spPr>
            <a:solidFill>
              <a:srgbClr val="7A879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2514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DEM + data preparation</c:v>
                  </c:pt>
                  <c:pt idx="1">
                    <c:v>Grid / mesh setup</c:v>
                  </c:pt>
                  <c:pt idx="2">
                    <c:v>Simulation run</c:v>
                  </c:pt>
                  <c:pt idx="3">
                    <c:v>Export + map products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360</c:v>
                </c:pt>
                <c:pt idx="1">
                  <c:v>240</c:v>
                </c:pt>
                <c:pt idx="2">
                  <c:v>240</c:v>
                </c:pt>
                <c:pt idx="3">
                  <c:v>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JalRaksha</c:v>
                </c:pt>
              </c:strCache>
            </c:strRef>
          </c:tx>
          <c:spPr>
            <a:solidFill>
              <a:srgbClr val="1C5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2514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DEM + data preparation</c:v>
                  </c:pt>
                  <c:pt idx="1">
                    <c:v>Grid / mesh setup</c:v>
                  </c:pt>
                  <c:pt idx="2">
                    <c:v>Simulation run</c:v>
                  </c:pt>
                  <c:pt idx="3">
                    <c:v>Export + map products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</c:v>
                </c:pt>
                <c:pt idx="1">
                  <c:v>3</c:v>
                </c:pt>
                <c:pt idx="2">
                  <c:v>35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2514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B0B0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98781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98781"/>
                    </a:solidFill>
                    <a:latin typeface="Arial"/>
                  </a:rPr>
                  <a:t>Minutes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9878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5176" y="237744"/>
            <a:ext cx="6144768" cy="3886200"/>
          </a:xfrm>
          <a:prstGeom prst="roundRect">
            <a:avLst>
              <a:gd name="adj" fmla="val 941"/>
            </a:avLst>
          </a:prstGeom>
          <a:solidFill>
            <a:srgbClr val="FFFFFF"/>
          </a:solidFill>
          <a:ln w="15875">
            <a:solidFill>
              <a:srgbClr val="D6DE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11480" y="36576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a decision-ready flood map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603504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stage — 60 km domain, single dam</a:t>
            </a:r>
            <a:endParaRPr lang="en-US" sz="8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56616" y="841248"/>
          <a:ext cx="5943600" cy="2487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3364992"/>
            <a:ext cx="585216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343814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 </a:t>
            </a:r>
            <a:pPr algn="l" indent="0" marL="0">
              <a:buNone/>
            </a:pPr>
            <a:r>
              <a:rPr lang="en-US" sz="130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hours</a:t>
            </a:r>
            <a:pPr algn="l" indent="0" marL="0">
              <a:buNone/>
            </a:pPr>
            <a:r>
              <a:rPr lang="en-US" sz="12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algn="l" indent="0" marL="0">
              <a:buNone/>
            </a:pPr>
            <a:r>
              <a:rPr lang="en-US" sz="1500" b="1" dirty="0">
                <a:solidFill>
                  <a:srgbClr val="1C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minutes</a:t>
            </a:r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17× faster end to end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37490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00" i="1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Current-practice figures are mid-range setup and runtime for Delft3D FM / HEC-RAS 2D on an equivalent domain; JalRaksha figures are measured on the prototype.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a decision-ready flood map</dc:title>
  <dc:subject>PptxGenJS Presentation</dc:subject>
  <dc:creator>PptxGenJS</dc:creator>
  <cp:lastModifiedBy>PptxGenJS</cp:lastModifiedBy>
  <cp:revision>1</cp:revision>
  <dcterms:created xsi:type="dcterms:W3CDTF">2026-09-04T12:36:58Z</dcterms:created>
  <dcterms:modified xsi:type="dcterms:W3CDTF">2026-09-04T12:36:58Z</dcterms:modified>
</cp:coreProperties>
</file>